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8" r:id="rId2"/>
    <p:sldId id="272" r:id="rId3"/>
    <p:sldId id="270" r:id="rId4"/>
    <p:sldId id="273" r:id="rId5"/>
    <p:sldId id="275" r:id="rId6"/>
    <p:sldId id="271" r:id="rId7"/>
    <p:sldId id="274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4/8/2021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4/8/2021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4/8/2021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4/8/2021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4/8/2021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4/8/2021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4/8/2021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4/8/2021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4/8/2021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4/8/2021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4/8/2021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Faulhaber</a:t>
            </a:r>
            <a:r>
              <a:rPr lang="en-US" dirty="0" smtClean="0"/>
              <a:t> Controller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Pin Scheme Of Controller</a:t>
            </a:r>
            <a:endParaRPr lang="zh-TW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14" y="2089329"/>
            <a:ext cx="7181850" cy="45339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468028"/>
              </p:ext>
            </p:extLst>
          </p:nvPr>
        </p:nvGraphicFramePr>
        <p:xfrm>
          <a:off x="7671514" y="5524980"/>
          <a:ext cx="43058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64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64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764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64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m+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Vcc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211392" y="4356279"/>
            <a:ext cx="914400" cy="756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Straight Arrow Connector 8"/>
          <p:cNvCxnSpPr>
            <a:endCxn id="6" idx="1"/>
          </p:cNvCxnSpPr>
          <p:nvPr/>
        </p:nvCxnSpPr>
        <p:spPr>
          <a:xfrm>
            <a:off x="5151549" y="4726546"/>
            <a:ext cx="2519965" cy="11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41701" y="3928056"/>
            <a:ext cx="1169830" cy="806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804596" y="4756431"/>
            <a:ext cx="1883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RS232, D9 female </a:t>
            </a:r>
            <a:endParaRPr lang="zh-TW" altLang="en-US" dirty="0"/>
          </a:p>
        </p:txBody>
      </p:sp>
      <p:cxnSp>
        <p:nvCxnSpPr>
          <p:cNvPr id="13" name="Straight Arrow Connector 12"/>
          <p:cNvCxnSpPr>
            <a:stCxn id="10" idx="3"/>
            <a:endCxn id="11" idx="1"/>
          </p:cNvCxnSpPr>
          <p:nvPr/>
        </p:nvCxnSpPr>
        <p:spPr>
          <a:xfrm>
            <a:off x="6411531" y="4331326"/>
            <a:ext cx="1393065" cy="6097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o &#10;o &#10;0 000 &#10;RxD &#10;Txt) &#10;PC &#10;or higher level control &#10;GND &#10;4, 7k &#10;TXD R,XD GND &#10;Motion Controller &#10;Node 1 &#10;TXD RXD GND &#10;Motion Controller &#10;Node n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059" y="2934315"/>
            <a:ext cx="4387403" cy="171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33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Faulhaber</a:t>
            </a:r>
            <a:r>
              <a:rPr lang="en-US" altLang="zh-TW" dirty="0" smtClean="0"/>
              <a:t> Controller Pin</a:t>
            </a:r>
            <a:endParaRPr lang="zh-TW" altLang="en-US" dirty="0"/>
          </a:p>
        </p:txBody>
      </p:sp>
      <p:pic>
        <p:nvPicPr>
          <p:cNvPr id="1026" name="Picture 2" descr="• ion &#10;so•oa &#10;Alddns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45" y="2321841"/>
            <a:ext cx="10083053" cy="410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87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Pin Scheme Of PCB</a:t>
            </a:r>
            <a:endParaRPr lang="zh-TW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46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PCB Scheme</a:t>
            </a:r>
            <a:endParaRPr lang="zh-TW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163" y="2000249"/>
            <a:ext cx="500062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8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Pin Of Stage Connector</a:t>
            </a:r>
            <a:endParaRPr lang="zh-TW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" y="2187665"/>
            <a:ext cx="3188535" cy="32472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785467"/>
              </p:ext>
            </p:extLst>
          </p:nvPr>
        </p:nvGraphicFramePr>
        <p:xfrm>
          <a:off x="4610309" y="2187665"/>
          <a:ext cx="429439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71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471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Vcc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m+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41679" y="3477296"/>
            <a:ext cx="669701" cy="12878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8" name="Straight Arrow Connector 7"/>
          <p:cNvCxnSpPr>
            <a:stCxn id="6" idx="3"/>
            <a:endCxn id="4" idx="1"/>
          </p:cNvCxnSpPr>
          <p:nvPr/>
        </p:nvCxnSpPr>
        <p:spPr>
          <a:xfrm flipV="1">
            <a:off x="2511380" y="2929345"/>
            <a:ext cx="2098929" cy="11918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127" y="4206217"/>
            <a:ext cx="7714450" cy="203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7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Pin Of RS232 Connector</a:t>
            </a:r>
            <a:endParaRPr lang="zh-TW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17" y="2498099"/>
            <a:ext cx="3892156" cy="385118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559796"/>
              </p:ext>
            </p:extLst>
          </p:nvPr>
        </p:nvGraphicFramePr>
        <p:xfrm>
          <a:off x="5135808" y="2754528"/>
          <a:ext cx="1432417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24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Tx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87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Pin Of +12 Power</a:t>
            </a:r>
            <a:endParaRPr lang="zh-TW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45" y="2791160"/>
            <a:ext cx="4267200" cy="2924175"/>
          </a:xfrm>
          <a:prstGeom prst="rect">
            <a:avLst/>
          </a:prstGeom>
        </p:spPr>
      </p:pic>
      <p:cxnSp>
        <p:nvCxnSpPr>
          <p:cNvPr id="5" name="Straight Arrow Connector 4"/>
          <p:cNvCxnSpPr>
            <a:endCxn id="6" idx="1"/>
          </p:cNvCxnSpPr>
          <p:nvPr/>
        </p:nvCxnSpPr>
        <p:spPr>
          <a:xfrm flipV="1">
            <a:off x="2562896" y="2374075"/>
            <a:ext cx="901521" cy="961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64417" y="218940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 </a:t>
            </a:r>
            <a:r>
              <a:rPr lang="en-US" altLang="zh-TW" dirty="0" err="1" smtClean="0"/>
              <a:t>uF</a:t>
            </a:r>
            <a:endParaRPr lang="zh-TW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00034" y="2189409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4.7 k Ohm</a:t>
            </a:r>
            <a:endParaRPr lang="zh-TW" altLang="en-US" dirty="0"/>
          </a:p>
        </p:txBody>
      </p:sp>
      <p:cxnSp>
        <p:nvCxnSpPr>
          <p:cNvPr id="11" name="Straight Arrow Connector 10"/>
          <p:cNvCxnSpPr>
            <a:endCxn id="9" idx="1"/>
          </p:cNvCxnSpPr>
          <p:nvPr/>
        </p:nvCxnSpPr>
        <p:spPr>
          <a:xfrm flipV="1">
            <a:off x="4046628" y="2374075"/>
            <a:ext cx="1053406" cy="961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717739"/>
              </p:ext>
            </p:extLst>
          </p:nvPr>
        </p:nvGraphicFramePr>
        <p:xfrm>
          <a:off x="5911403" y="4686359"/>
          <a:ext cx="516442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644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+12</a:t>
                      </a:r>
                      <a:r>
                        <a:rPr lang="en-US" altLang="zh-TW" baseline="0" dirty="0" smtClean="0"/>
                        <a:t> V, DC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70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Pin Of Communication</a:t>
            </a:r>
            <a:endParaRPr lang="zh-TW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23" y="2352339"/>
            <a:ext cx="5210175" cy="41624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236908"/>
              </p:ext>
            </p:extLst>
          </p:nvPr>
        </p:nvGraphicFramePr>
        <p:xfrm>
          <a:off x="6861577" y="3759080"/>
          <a:ext cx="301651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651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Tx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Gnd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93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85" y="413194"/>
            <a:ext cx="6181725" cy="3343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259901" y="2451355"/>
            <a:ext cx="22955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1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35" y="423481"/>
            <a:ext cx="10258425" cy="5572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94860" y="3024877"/>
            <a:ext cx="576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To B</a:t>
            </a:r>
            <a:endParaRPr lang="zh-TW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86846" y="3776472"/>
            <a:ext cx="584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To A</a:t>
            </a:r>
            <a:endParaRPr lang="zh-TW" altLang="en-US" dirty="0"/>
          </a:p>
        </p:txBody>
      </p:sp>
      <p:cxnSp>
        <p:nvCxnSpPr>
          <p:cNvPr id="6" name="Straight Arrow Connector 5"/>
          <p:cNvCxnSpPr>
            <a:endCxn id="7" idx="1"/>
          </p:cNvCxnSpPr>
          <p:nvPr/>
        </p:nvCxnSpPr>
        <p:spPr>
          <a:xfrm flipV="1">
            <a:off x="2641600" y="323501"/>
            <a:ext cx="2092960" cy="2860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34560" y="138835"/>
            <a:ext cx="1243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To actuator</a:t>
            </a:r>
            <a:endParaRPr lang="zh-TW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336750" y="2279748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MCDC 3002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55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" y="75247"/>
            <a:ext cx="9944100" cy="65246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4072" y="2788920"/>
            <a:ext cx="220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順序如上圖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509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34" y="125802"/>
            <a:ext cx="4829175" cy="3276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11" y="3640975"/>
            <a:ext cx="3248025" cy="12668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209" y="3498099"/>
            <a:ext cx="3248025" cy="15525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1560" y="1664208"/>
            <a:ext cx="2212848" cy="402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69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561" y="105015"/>
            <a:ext cx="8291278" cy="32464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9920" y="3870960"/>
            <a:ext cx="13823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RS232</a:t>
            </a:r>
          </a:p>
          <a:p>
            <a:r>
              <a:rPr lang="en-US" altLang="zh-TW" dirty="0" smtClean="0"/>
              <a:t>Red – </a:t>
            </a:r>
            <a:r>
              <a:rPr lang="en-US" altLang="zh-TW" dirty="0" err="1" smtClean="0"/>
              <a:t>TxD</a:t>
            </a:r>
            <a:endParaRPr lang="en-US" altLang="zh-TW" dirty="0" smtClean="0"/>
          </a:p>
          <a:p>
            <a:r>
              <a:rPr lang="en-US" altLang="zh-TW" dirty="0" smtClean="0"/>
              <a:t>Brown – </a:t>
            </a:r>
            <a:r>
              <a:rPr lang="en-US" altLang="zh-TW" dirty="0" err="1" smtClean="0"/>
              <a:t>RxD</a:t>
            </a:r>
            <a:endParaRPr lang="en-US" altLang="zh-TW" dirty="0" smtClean="0"/>
          </a:p>
          <a:p>
            <a:r>
              <a:rPr lang="en-US" altLang="zh-TW" dirty="0" smtClean="0"/>
              <a:t>Yellow - </a:t>
            </a:r>
            <a:r>
              <a:rPr lang="en-US" altLang="zh-TW" dirty="0" err="1" smtClean="0"/>
              <a:t>Gnd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785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86" y="120965"/>
            <a:ext cx="10432684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5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70" y="543554"/>
            <a:ext cx="5934075" cy="56673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2480" y="985520"/>
            <a:ext cx="2894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Maximum Speed – 5000 rpm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547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5" y="427672"/>
            <a:ext cx="744855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8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lh3.googleusercontent.com/_rING5v_f8k0Mmx_96ElUh7kL1wZReabsU_G8eVZl60gI3dVOjNFVPd7A1JKe5LSs6jVtjis9A4g0a7JjfpvZhtkLSzj7bOwnARFk6IXOjq_GBRnkSO8oVCeUDVDT7A0jMvewxrJ5NgId_2udC-05aDMrCrzcU6YLB-nRT4xZHuSUGLzmYNMhcTlGHho56D0_5uOIwkj2DPuVWfCLiorwFamQgK5-IMrXbUAAP40CiyQLNwtnxAL2lNUFB28sTaJA3KYQmot_kgDG8UFUQ9Y60ROIwsbslv9uerYX_cej-XZm0YHKnVZqmKL0d55v-zRPtrSsMKjLsLig7LHi0NQV9YoQkhIu9Ie0lVnN7Zh0IHOw76lYwKhLxXNVTJh66A0coYVsz5TTvs7Vn6sVZW5lDNEFakax7sN0DlQ9ixO7S5UN9jpEYXLJPeocjornNcObK-FMTXjbq6fSvdDU56Q2j9M5grrGnpztSymTO-fWsYhkteKTKc2ViTRO4-X_v5ocyBYjRcQu6iWCrMyh7yxK-sVnVDG-Zanynb1sIpfeqh0ckbPg2G2epNqmk0EoOC_pZQ4GgR-3xsY4KYbU4et_MNqk2vQEpYoc6S5J9T-djU=w1176-h882-no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74520" y="708659"/>
            <a:ext cx="7528560" cy="564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7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每軸可分開獨立控制</a:t>
            </a:r>
            <a:endParaRPr lang="en-US" altLang="zh-TW" dirty="0" smtClean="0"/>
          </a:p>
          <a:p>
            <a:r>
              <a:rPr lang="zh-TW" altLang="en-US" dirty="0" smtClean="0"/>
              <a:t>可以中途中斷動作</a:t>
            </a:r>
            <a:endParaRPr lang="en-US" altLang="zh-TW" dirty="0" smtClean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4773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1387</TotalTime>
  <Words>112</Words>
  <Application>Microsoft Office PowerPoint</Application>
  <PresentationFormat>Widescreen</PresentationFormat>
  <Paragraphs>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新細明體</vt:lpstr>
      <vt:lpstr>Calibri</vt:lpstr>
      <vt:lpstr>Wingdings</vt:lpstr>
      <vt:lpstr>Educational subjects 16x9</vt:lpstr>
      <vt:lpstr>Faulhaber Controller</vt:lpstr>
      <vt:lpstr>Pin Scheme Of Controller</vt:lpstr>
      <vt:lpstr>Faulhaber Controller Pin</vt:lpstr>
      <vt:lpstr>Pin Scheme Of PCB</vt:lpstr>
      <vt:lpstr>PCB Scheme</vt:lpstr>
      <vt:lpstr>Pin Of Stage Connector</vt:lpstr>
      <vt:lpstr>Pin Of RS232 Connector</vt:lpstr>
      <vt:lpstr>Pin Of +12 Power</vt:lpstr>
      <vt:lpstr>Pin Of Communication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Faulhaber Controller</dc:title>
  <dc:creator>士奇 哈</dc:creator>
  <cp:lastModifiedBy>高仕麒</cp:lastModifiedBy>
  <cp:revision>14</cp:revision>
  <dcterms:created xsi:type="dcterms:W3CDTF">2018-07-13T06:46:20Z</dcterms:created>
  <dcterms:modified xsi:type="dcterms:W3CDTF">2021-04-09T04:11:54Z</dcterms:modified>
</cp:coreProperties>
</file>